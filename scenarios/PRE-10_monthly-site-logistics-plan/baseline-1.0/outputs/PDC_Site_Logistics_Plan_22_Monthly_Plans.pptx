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POLARIS DC-1</a:t>
            </a:r>
          </a:p>
          <a:p>
            <a:pPr>
              <a:defRPr sz="2800">
                <a:solidFill>
                  <a:srgbClr val="B4BEC8"/>
                </a:solidFill>
              </a:defRPr>
            </a:pPr>
            <a:r>
              <a:t>AVIAPOLIS DATA CAMPUS, VANTAA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74C3C"/>
                </a:solidFill>
              </a:defRPr>
            </a:pPr>
            <a:r>
              <a:t>SITE LOGISTICS PLAN</a:t>
            </a:r>
          </a:p>
          <a:p>
            <a:pPr>
              <a:defRPr sz="2200">
                <a:solidFill>
                  <a:srgbClr val="AAB4BE"/>
                </a:solidFill>
              </a:defRPr>
            </a:pPr>
            <a:r>
              <a:t>22 Monthly Plans · March 2026 – December 2027</a:t>
            </a:r>
          </a:p>
          <a:p>
            <a:pPr>
              <a:defRPr sz="1400"/>
            </a:pPr>
          </a:p>
          <a:p>
            <a:pPr>
              <a:defRPr sz="1800">
                <a:solidFill>
                  <a:srgbClr val="96A0AA"/>
                </a:solidFill>
              </a:defRPr>
            </a:pPr>
            <a:r>
              <a:t>Pre-Start Meeting Issue ·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8828C"/>
                </a:solidFill>
              </a:defRPr>
            </a:pPr>
            <a:r>
              <a:t>Nordbuild Oy · PDC-LOG-002 Rev 0 · PDC-LOG-001 Rev C Compliant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64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64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64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64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64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64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64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64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64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64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64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64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64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64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64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64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64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